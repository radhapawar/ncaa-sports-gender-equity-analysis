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T Sans Narrow"/>
      <p:regular r:id="rId18"/>
      <p:bold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TSansNarrow-bold.fntdata"/><Relationship Id="rId6" Type="http://schemas.openxmlformats.org/officeDocument/2006/relationships/slide" Target="slides/slide1.xml"/><Relationship Id="rId18" Type="http://schemas.openxmlformats.org/officeDocument/2006/relationships/font" Target="fonts/PTSansNarrow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here follows college sports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your hand up if you follow </a:t>
            </a:r>
            <a:r>
              <a:rPr lang="en"/>
              <a:t>women</a:t>
            </a:r>
            <a:r>
              <a:rPr lang="en"/>
              <a:t>’s college sports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5d21f12a0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5d21f12a0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Directors - ‘20, ‘21, ‘23, ‘24 -&gt; second to stanford in wins, more points for a higher finish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d21f12a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5d21f12a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How does male and female sports participation differ across U.S. colleges, and how do these differences vary by state, region, institution type, and over time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4465c64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4465c64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Connor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4373ba99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4373ba99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Connor - Visual Representation of drastic differences between the expenditures on male + female sports, along with the revenues that they </a:t>
            </a:r>
            <a:r>
              <a:rPr lang="en"/>
              <a:t>generate</a:t>
            </a:r>
            <a:r>
              <a:rPr lang="en"/>
              <a:t>. This reinforces the stated problem. One thing I’d like to point out is that female participants had the largest jump in revenue YoY between 2017 and 2018, with over $1100 on a per athlete basis. This shows promise to us, that there’s room to grow revenues in female college sports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45d52a8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45d52a8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Connor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4373ba99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4373ba99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Emily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How gender participation differs across colleges at the school level and by region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Majority of schools have more male athletes than female, red line is </a:t>
            </a:r>
            <a:r>
              <a:rPr lang="en"/>
              <a:t>perfect</a:t>
            </a:r>
            <a:r>
              <a:rPr lang="en"/>
              <a:t> gender parity and most schools above this line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Right graph has data aggregated by region, same red line at 1 meaning equal </a:t>
            </a:r>
            <a:r>
              <a:rPr lang="en"/>
              <a:t>participation</a:t>
            </a:r>
            <a:r>
              <a:rPr lang="en"/>
              <a:t>, South and Midwest have highest ratios with all still above 1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Widespread gender disparities across schools and regions, likely because of differences in Title IX state-level enforcement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4373ba99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4373ba99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Emily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year-over-year change in college sports participation from 2015-2019, comparing men and women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Growth but males higher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Slightly steeper growth rate for women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Slight decline in 2019 for both which could be related to budget cuts or Title IX </a:t>
            </a:r>
            <a:r>
              <a:rPr lang="en"/>
              <a:t>compliance adjustments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Still significant gap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4465c645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4465c645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Julie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4465c645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74465c645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Julie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Participation counts alone poorly explain revenue variation</a:t>
            </a:r>
            <a:br>
              <a:rPr lang="en"/>
            </a:br>
            <a:r>
              <a:rPr lang="en"/>
              <a:t>Division and sport type are strong structural drivers of revenue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4465c645c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4465c645c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Radha - 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W</a:t>
            </a:r>
            <a:r>
              <a:rPr lang="en"/>
              <a:t>omen make up around 43% of college athletes, which is pretty close to parity with men.</a:t>
            </a:r>
            <a:br>
              <a:rPr lang="en"/>
            </a:br>
            <a:r>
              <a:rPr lang="en"/>
              <a:t> But when we look at the financial side, it’s a different story - women’s programs bring in only about 28% of the revenue and get roughly 36% of the expenses.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That gap means men’s programs still get more resources, better facilities, and more exposure, while women’s teams often have to do more with less.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 So the big takeaway here is that participation equity is good progress, but it’s not the full picture. For real change, we need equity in investment, revenue, and overall funding too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4465c645c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4465c645c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Radha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what we can do to close this Gap: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W</a:t>
            </a:r>
            <a:r>
              <a:rPr lang="en"/>
              <a:t>e can boost revenue for women’s sports by increasing their exposure - getting more games on ESPN or local broadcasts, using social media campaigns, and also taking advantage of NIL deals for athletes.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we need targeted investments - while making sure budgets are split more fairly and that per-athlete spending is balanced.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we can start younger - run campaigns in schools to inspire future female athletes.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And finally, bring the community in — host events, workshops, and partnerships so women’s teams build a strong local fan base.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we’re not just talking about equal participation — we’re moving toward true financial equity in college sports.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Gender Equity in College Sports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Emily Caraher, Cassandre Korvink,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Connor Therrien, Julie Zhu, Radha Pawar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Participation and Title IX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Title IX of the Education Amendments of 1972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Equal opportunity for participation in collegiate athletics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Scholarships proportional to participation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Equal access to facilities and resources (i.e. </a:t>
            </a:r>
            <a:r>
              <a:rPr lang="en"/>
              <a:t>equipment</a:t>
            </a:r>
            <a:r>
              <a:rPr lang="en"/>
              <a:t>, medical, travel, etc.)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UT Men’s Varsity Sports: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(1893) football, (1894) baseball, </a:t>
            </a:r>
            <a:r>
              <a:rPr lang="en"/>
              <a:t>(1895) track &amp; field/cross country, </a:t>
            </a:r>
            <a:r>
              <a:rPr lang="en"/>
              <a:t>(1906) basketball, </a:t>
            </a:r>
            <a:r>
              <a:rPr lang="en"/>
              <a:t>(1912) tennis, </a:t>
            </a:r>
            <a:r>
              <a:rPr lang="en"/>
              <a:t>(1926) swimming and diving, </a:t>
            </a:r>
            <a:r>
              <a:rPr lang="en"/>
              <a:t>(1927) golf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UT Women’s Varsity Sports: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(1974-75) </a:t>
            </a:r>
            <a:r>
              <a:rPr lang="en"/>
              <a:t>b</a:t>
            </a:r>
            <a:r>
              <a:rPr lang="en"/>
              <a:t>asketball, </a:t>
            </a:r>
            <a:r>
              <a:rPr lang="en"/>
              <a:t>g</a:t>
            </a:r>
            <a:r>
              <a:rPr lang="en"/>
              <a:t>olf, swimming and diving, track &amp; field/cross country, volleyball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(1979) tennis, (1994) soccer, (1997) softball, (1998) rowing, (2024) beach volleyball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NACDA Learfield Directors' Cup (Division 1)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Women’s sports are significantly lower in revenue and expenditure. The effects can be seen with the </a:t>
            </a:r>
            <a:r>
              <a:rPr lang="en"/>
              <a:t>lower</a:t>
            </a:r>
            <a:r>
              <a:rPr lang="en"/>
              <a:t> levels of participation.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can a balance between male and female participation in collegiate </a:t>
            </a:r>
            <a:r>
              <a:rPr lang="en"/>
              <a:t>athletics be reached?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College Sports Data (2015-2019):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2212 Schools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38 Sports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Revenues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Expenditures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Participation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Region</a:t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750" y="1266325"/>
            <a:ext cx="4548552" cy="28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Revenues and Expenditures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25"/>
            <a:ext cx="4260300" cy="3291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52425"/>
            <a:ext cx="4260300" cy="3291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Revenues and Expenditures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400" y="1044275"/>
            <a:ext cx="4941177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Male/Female Participation Ratios</a:t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87125"/>
            <a:ext cx="4086600" cy="325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387125"/>
            <a:ext cx="4050200" cy="36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Participation over Time</a:t>
            </a: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4488" y="1152426"/>
            <a:ext cx="4535025" cy="320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Variables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Male &amp; female participation counts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Institution</a:t>
            </a:r>
            <a:r>
              <a:rPr lang="en"/>
              <a:t> classification (Division I, II, III,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Sport type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Year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Revenue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1" title="Screenshot 2025-08-10 at 16.42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650" y="3006525"/>
            <a:ext cx="6616701" cy="195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Approach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899175"/>
            <a:ext cx="4162800" cy="26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 A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Numeric only (Male/Female participation, year)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 sqrd = 0.079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RMSE ≈ $3.52M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4741125" y="1899325"/>
            <a:ext cx="4162800" cy="30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765"/>
              <a:t>Model B</a:t>
            </a:r>
            <a:endParaRPr b="1" sz="1765"/>
          </a:p>
          <a:p>
            <a:pPr indent="-34067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65"/>
              <a:buChar char="-"/>
            </a:pPr>
            <a:r>
              <a:rPr lang="en" sz="1765"/>
              <a:t>Numeric + categorical (division, sport type)</a:t>
            </a:r>
            <a:endParaRPr sz="1765"/>
          </a:p>
          <a:p>
            <a:pPr indent="-34067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65"/>
              <a:buChar char="-"/>
            </a:pPr>
            <a:r>
              <a:rPr lang="en" sz="1765"/>
              <a:t>R sqrd = 0.213</a:t>
            </a:r>
            <a:endParaRPr sz="1765"/>
          </a:p>
          <a:p>
            <a:pPr indent="-34067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65"/>
              <a:buChar char="-"/>
            </a:pPr>
            <a:r>
              <a:rPr lang="en" sz="1765"/>
              <a:t>RMSE ≈ $3.26M</a:t>
            </a:r>
            <a:endParaRPr sz="17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765"/>
              <a:t>*This suggests that understanding institutional structure and sport offerings is essential for modeling athletics revenue.</a:t>
            </a:r>
            <a:endParaRPr sz="17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765"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409200" y="1152425"/>
            <a:ext cx="85206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Goal: </a:t>
            </a:r>
            <a:r>
              <a:rPr lang="en"/>
              <a:t>Predict total athletics revenue per school year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women’s participation share ~ 42.8%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women’s revenue share ~ 27.8%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women’s expense share ~ 35.8%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</a:t>
            </a:r>
            <a:r>
              <a:rPr lang="en"/>
              <a:t>t’s clear that women’s participation in college sports is getting close to parity with men’s — but when it comes to investments, revenues, and overall financial support, there’s still a noticeable gap to close.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Generate revenue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Exposure: ESPN, broadcasting, social media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Booster Organizations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NIL (Name, Image, Likeness)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Targeted investments in underfunded women’s sports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Redirect the funding to be equivalent between genders.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Fairer per </a:t>
            </a:r>
            <a:r>
              <a:rPr lang="en"/>
              <a:t>athlete</a:t>
            </a:r>
            <a:r>
              <a:rPr lang="en"/>
              <a:t> spending.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Advertise to younger athletes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400"/>
              <a:t> </a:t>
            </a:r>
            <a:r>
              <a:rPr lang="en"/>
              <a:t>Youth and community integration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